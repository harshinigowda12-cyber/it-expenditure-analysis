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Expenditure Analysis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</a:t>
            </a:r>
          </a:p>
          <a:p>
            <a:r>
              <a:t>Project Name</a:t>
            </a:r>
          </a:p>
          <a:p>
            <a: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Lack of visibility into IT spending</a:t>
            </a:r>
          </a:p>
          <a:p>
            <a:r>
              <a:t>• Difficulty tracking budget utilization</a:t>
            </a:r>
          </a:p>
          <a:p>
            <a:r>
              <a:t>• Variance between actual and planned costs</a:t>
            </a:r>
          </a:p>
          <a:p>
            <a:r>
              <a:t>• Need for cost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IT expenditure</a:t>
            </a:r>
          </a:p>
          <a:p>
            <a:r>
              <a:t>• Compare Actual vs Forecast vs Plan</a:t>
            </a:r>
          </a:p>
          <a:p>
            <a:r>
              <a:t>• Identify overspending areas</a:t>
            </a:r>
          </a:p>
          <a:p>
            <a:r>
              <a:t>• Analyze cost distribution</a:t>
            </a:r>
          </a:p>
          <a:p>
            <a:r>
              <a:t>• Support budgeting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Region</a:t>
            </a:r>
          </a:p>
          <a:p>
            <a:r>
              <a:t>• Business Area</a:t>
            </a:r>
          </a:p>
          <a:p>
            <a:r>
              <a:t>• IT Area</a:t>
            </a:r>
          </a:p>
          <a:p>
            <a:r>
              <a:t>• Cost Element Group</a:t>
            </a:r>
          </a:p>
          <a:p>
            <a:r>
              <a:t>• Actual Cost</a:t>
            </a:r>
          </a:p>
          <a:p>
            <a:r>
              <a:t>• Forecast Cost</a:t>
            </a:r>
          </a:p>
          <a:p>
            <a:r>
              <a:t>• Planned Cost</a:t>
            </a:r>
          </a:p>
          <a:p>
            <a:r>
              <a:t>• Month/Date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duplicates</a:t>
            </a:r>
          </a:p>
          <a:p>
            <a:r>
              <a:t>• Standardized column names</a:t>
            </a:r>
          </a:p>
          <a:p>
            <a:r>
              <a:t>• Managed missing values</a:t>
            </a:r>
          </a:p>
          <a:p>
            <a:r>
              <a:t>• Formatted date fields</a:t>
            </a:r>
          </a:p>
          <a:p>
            <a:r>
              <a:t>• Validated numerical 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Fact Table: IT Expenditure</a:t>
            </a:r>
          </a:p>
          <a:p>
            <a:r>
              <a:t>• Date Dimension</a:t>
            </a:r>
          </a:p>
          <a:p>
            <a:r>
              <a:t>• Region Dimension</a:t>
            </a:r>
          </a:p>
          <a:p>
            <a:r>
              <a:t>• Business Area Dimension</a:t>
            </a:r>
          </a:p>
          <a:p>
            <a:r>
              <a:t>• IT Area Dimension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and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Actual Spend</a:t>
            </a:r>
          </a:p>
          <a:p>
            <a:r>
              <a:t>• Forecast Spend</a:t>
            </a:r>
          </a:p>
          <a:p>
            <a:r>
              <a:t>• Planned Spend</a:t>
            </a:r>
          </a:p>
          <a:p>
            <a:r>
              <a:t>• Variance = Actual − Plan</a:t>
            </a:r>
          </a:p>
          <a:p>
            <a:r>
              <a:t>• Variance %</a:t>
            </a:r>
          </a:p>
          <a:p>
            <a:r>
              <a:t>• Forecast Variance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</a:t>
            </a:r>
          </a:p>
          <a:p>
            <a:r>
              <a:t>• Trend Analysis</a:t>
            </a:r>
          </a:p>
          <a:p>
            <a:r>
              <a:t>• Variance Charts</a:t>
            </a:r>
          </a:p>
          <a:p>
            <a:r>
              <a:t>• Cost Distribution Visuals</a:t>
            </a:r>
          </a:p>
          <a:p>
            <a:r>
              <a:t>• Interactive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Spending by IT Area</a:t>
            </a:r>
          </a:p>
          <a:p>
            <a:r>
              <a:t>• Spending by Business Area</a:t>
            </a:r>
          </a:p>
          <a:p>
            <a:r>
              <a:t>• Spending by Cost Element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Americas</a:t>
            </a:r>
          </a:p>
          <a:p>
            <a:r>
              <a:t>• Europe</a:t>
            </a:r>
          </a:p>
          <a:p>
            <a:r>
              <a:t>• Asia Pacific</a:t>
            </a:r>
          </a:p>
          <a:p>
            <a:r>
              <a:t>• Clustered Bar Chart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vs Forecast vs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 Actual, Forecast and Plan</a:t>
            </a:r>
          </a:p>
          <a:p>
            <a:r>
              <a:t>• Identify budget overruns</a:t>
            </a:r>
          </a:p>
          <a:p>
            <a:r>
              <a:t>• Evaluate forecasting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Actual vs Plan</a:t>
            </a:r>
          </a:p>
          <a:p>
            <a:r>
              <a:t>• Forecast vs Plan</a:t>
            </a:r>
          </a:p>
          <a:p>
            <a:r>
              <a:t>• Positive Variance</a:t>
            </a:r>
          </a:p>
          <a:p>
            <a:r>
              <a:t>• Negative Variance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Shared Services exceed planned budget</a:t>
            </a:r>
          </a:p>
          <a:p>
            <a:r>
              <a:t>• Some regions show overspending</a:t>
            </a:r>
          </a:p>
          <a:p>
            <a:r>
              <a:t>• Internal labor is a major cost driver</a:t>
            </a:r>
          </a:p>
          <a:p>
            <a:r>
              <a:t>• Some departments remain under budget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forecasting</a:t>
            </a:r>
          </a:p>
          <a:p>
            <a:r>
              <a:t>• Monitor high-variance departments</a:t>
            </a:r>
          </a:p>
          <a:p>
            <a:r>
              <a:t>• Reallocate budgets strategically</a:t>
            </a:r>
          </a:p>
          <a:p>
            <a:r>
              <a:t>• Review shared services costs</a:t>
            </a:r>
          </a:p>
          <a:p>
            <a:r>
              <a:t>• Monthly variance reviews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Improved expenditure visibility</a:t>
            </a:r>
          </a:p>
          <a:p>
            <a:r>
              <a:t>✓ Better budget tracking</a:t>
            </a:r>
          </a:p>
          <a:p>
            <a:r>
              <a:t>✓ Identification of overspending</a:t>
            </a:r>
          </a:p>
          <a:p>
            <a:r>
              <a:t>✓ Data-driven decision making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Recording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4–6 minutes</a:t>
            </a:r>
          </a:p>
          <a:p>
            <a:r>
              <a:t>1. Start with objectives</a:t>
            </a:r>
          </a:p>
          <a:p>
            <a:r>
              <a:t>2. Show dashboard</a:t>
            </a:r>
          </a:p>
          <a:p>
            <a:r>
              <a:t>3. Explain visuals</a:t>
            </a:r>
          </a:p>
          <a:p>
            <a:r>
              <a:t>4. Discuss insights</a:t>
            </a:r>
          </a:p>
          <a:p>
            <a:r>
              <a:t>5. Provide recommendations</a:t>
            </a:r>
          </a:p>
          <a:p>
            <a:r>
              <a:t>6. End with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